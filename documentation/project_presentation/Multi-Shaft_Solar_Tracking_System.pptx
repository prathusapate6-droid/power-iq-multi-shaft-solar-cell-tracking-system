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g3pW7GFPG0TrdhU333zUs1o7+o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a1a0d00a1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fa1a0d00a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a1a0d00a1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fa1a0d00a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title="iodfnwe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488555" cy="9321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1366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6200" y="5486400"/>
            <a:ext cx="2133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 txBox="1"/>
          <p:nvPr/>
        </p:nvSpPr>
        <p:spPr>
          <a:xfrm>
            <a:off x="5689600" y="5710535"/>
            <a:ext cx="174969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STM 32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g3fa1a0d00a1_0_5" title="kjdncja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0" y="0"/>
            <a:ext cx="16255999" cy="91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3fa1a0d00a1_0_1" title="khbskfs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187575" cy="920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